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INSURMINDS — PROJETO FINAL (I2A2)  |  GRUPO IA JOURNEY</a:t>
            </a:r>
          </a:p>
          <a:p>
            <a:pPr>
              <a:spcAft>
                <a:spcPts val="1000"/>
              </a:spcAft>
              <a:defRPr sz="4000" b="1">
                <a:solidFill>
                  <a:srgbClr val="F8FAFC"/>
                </a:solidFill>
              </a:defRPr>
            </a:pPr>
            <a:r>
              <a:t>D&amp;O Intelligence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</a:defRPr>
            </a:pPr>
            <a:r>
              <a:t>Plataforma Inteligente para Análise, Extração RAG e Comparação de Apólices D&amp;O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t>Grupo: IA Journey  |  Autor: Arsénio António Monjane  |  monjearse@hotmail.com  |  Outubro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CONTEXTO DE MERCADO &amp;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 Problema da Análise Tradicional de Apólices D&amp;O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1. Alta Complexidade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Contratos extensos de 50 a 200+ páginas.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Linguagem jurídica densa e especializada.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Múltiplas coberturas (Side A, B, C), sublimites e franquias.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Dificuldade de localizar cláusulas críticas rapidamente.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2. Ineficiência Operacional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3 a 6 horas de análise por apólice por especialista.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Custo operacional elevado para corretoras e seguradoras.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Gargalo no processo de underwriting e cotações.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Baixa capacidade de análise comparativa em lote.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3. Risco &amp; Assimetria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Risco de omissão de sublimites ou franquias severas.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Cláusulas de exclusão (Atos Dolosos, Poluição, Severabilidade).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Falta de padronização nas matrizes comparativas.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Ausência de rastreabilidade direta no documento original.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PROPOSTA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D&amp;O Intelligence — A Solução Baseada em IA Agêntica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Automação Inteligente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Ingestão e parsing de PDF/Imagem em segundos.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OCR avançado PyMuPDF com preservação de layout.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Extração estruturada de campos via Pydantic Agent.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Redução do tempo de análise em mais de 95%.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100% Grounded Proof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Rastreabilidade auditável de cada dado extraído.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Vinculação direta à página exata do PDF original.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Visualizador split-screen interativo na UI.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Eliminação do risco de alucinações de 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Benchmark &amp; Severidade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Comparação semântica automatizada (Apólice A vs B).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Matriz Delta de Riscos com pontuação de severidade.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Destaque de desvios em Limites, Franquias e Cláusulas.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Relatórios executivos prontos para tomada de decisão.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ARQUITETURA DO SISTEMA &amp;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Arquitetura Modular Desacoplada e Ferramentas de 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Frontend SPA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React 18 &amp; Vite 5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TailwindCSS B2B Design System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Dark Mode Nativo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Split-Screen PDF Viewer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Recharts (Gráficos Radar)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Backend REST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FastAPI 0.115 &amp; Python 3.12+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Segurança Auth JWT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SQLAlchemy ORM (SQLite)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Document &amp; Policy Services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API OpenAPI (Swagger)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Motor Agêntico &amp; RAG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LangGraph Orchestrator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Pydantic Agent v2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PyMuPDF OCR Engine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ChromaDB Vector Store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Gemini 2.5 LLM via OpenRouter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Ferramentas de Suporte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Antigravity (Pair Programming Agent)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Google Stitch (UI/UX Prototyping)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NotebookLM (Síntese &amp; Roteirização)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CapCut (Edição &amp; Legendagem)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Claude AI &amp; ChatGPT (Prompts/Dados)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MOTOR AGÊNTICO &amp;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Ecossistema de 5 Agentes de IA Especializados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1. DocumentParser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Ingestão do 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Validação SHA-256.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OCR PyMuPDF.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Extração de layout por página.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645920"/>
            <a:ext cx="20116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5468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2. PolicyExtraction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Parsing semântico.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Schemas Pydantic estritos.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Extração de LMR, Prêmio, Franquias Side A/B/C.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Classificação de Cláusulas.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645920"/>
            <a:ext cx="20116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3. EvidenceGrounded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Vinculação de provas.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Mapeamento do texto exato no 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Numeração de página auditável.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Garantia anti-alucinação.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45920"/>
            <a:ext cx="20116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3524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4. PolicyComparison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Orquestrado em LangGraph.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Alinhamento semântico Apólice A vs B.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Cálculo de Deltas.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Classificação de Severidade de Risco.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0" y="1645920"/>
            <a:ext cx="20116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828800"/>
            <a:ext cx="1645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6B6D4"/>
                </a:solidFill>
              </a:defRPr>
            </a:pPr>
            <a:r>
              <a:t>5. ReportGeneration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Consolidação de insights.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Renderização de tabelas e gráficos.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Exportação HTML/PDF.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Geração de relatórios executivos.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EXPERIÊNCIA DE UTILIZADOR (UI/UX)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Interface B2B Auditável com Feedback Transparente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Modal de Feedback Visual (AI Overlay)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Overlay animado com spinner e barra de progresso durante o processamento.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Comunicação clara dos passos técnicos da IA (OCR, RAG, Extração, Comparação).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Garante transparência operacional e elimina incertezas no upload de arquivos grandes.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Visualizador Split-Screen Auditável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Exibição simultânea do PDF original e dos metadados extraídos.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Navegação automática para a página exata da evidência textual.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Abas dedicadas para Coberturas, Exclusões, Limites, Franquias e Cláusulas.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12064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47548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Matriz Comparativa &amp; Gráficos Radar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Visualização lado a lado da Apólice Base vs Comparada.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Gráficos de Radar de cobertura e gráficos de distribuição de severidade de risco.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Filtros interativos por severidade (Alto, Médio, Baixo Risco).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8463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8BDF8"/>
                </a:solidFill>
              </a:defRPr>
            </a:pPr>
            <a:r>
              <a:t>Histórico de Análises &amp; Exportação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Rastreamento completo de análises e comparações com ID, Data e Hora.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Filtros por seguradora, limite e palavras-chave de cláusulas.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Exportação imediata de relatórios executivos em HTML/PDF.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RESULTADOS &amp; GANHO DE EFICIÊNCIA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Impacto de Negócio Medível para Seguradoras e Corretoras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&gt; 95% Redução de Tempo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De 4 horas de análise manual para menos de 30 segundos por apólice.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Aceleração do processo de cotação e emissão de seguros.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Resposta rápida a clientes corporativos em disputas de coberturas.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100% Auditabilidade &amp; Compliance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Eliminação do risco de alucinações através de Grounded Proof.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Conformidade total com auditorias de underwriting e sinistros.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Garantia de evidência documental com numeração de página exata.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10x Produtividade Operacional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Capacidade de analisar 10x mais apólices com a mesma equipa.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Redução drástica de falhas humanas na identificação de exclusões.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Padronização técnica nas análises de risco D&amp;O.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PLANO DE EVOLUÇÃO FUTURA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Roteiro Tecnológico &amp; Expansão do Produto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Fase 1 (Atual)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MVP D&amp;O Concluído.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5 Agentes IA + RAG.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Split-Screen UI.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SQLite + FastAPI.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Grounded Proof 100%.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Fase 2 (Curto Prazo)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Ontologia Multi-Ramo.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Suporte a E&amp;O, Cyber Risks e Garantia.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Suporte a OCR de fotocópias com OpenCV.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Fase 3 (Médio Prazo)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Integração com Core Systems.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Conetores para Guidewire, SAP e Salesforce.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WebSockets em tempo real para streaming de análise.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Fase 4 (Longo Prazo)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Suporte a SLMs On-Premise.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Execução de Llama 3 8B / Mistral em servidores locais.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</a:defRPr>
            </a:pPr>
            <a:r>
              <a:t>• Garantia de sigilo absoluto e compliance bancário/segurador.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</a:defRPr>
            </a:pPr>
            <a:r>
              <a:t>PROJETO FINAL — INSURMINDS (I2A2)  |  GRUPO IA JOURNEY</a:t>
            </a:r>
          </a:p>
          <a:p>
            <a:pPr>
              <a:spcAft>
                <a:spcPts val="1000"/>
              </a:spcAft>
              <a:defRPr sz="4400" b="1">
                <a:solidFill>
                  <a:srgbClr val="F8FAFC"/>
                </a:solidFill>
              </a:defRPr>
            </a:pPr>
            <a:r>
              <a:t>Obrigado!</a:t>
            </a:r>
          </a:p>
          <a:p>
            <a:pPr>
              <a:spcAft>
                <a:spcPts val="3000"/>
              </a:spcAft>
              <a:defRPr sz="1800">
                <a:solidFill>
                  <a:srgbClr val="94A3B8"/>
                </a:solidFill>
              </a:defRPr>
            </a:pPr>
            <a:r>
              <a:t>D&amp;O Intelligence — Transformando a Análise e Comparação de Apólices com Inteligência Artificial Agêntica</a:t>
            </a:r>
          </a:p>
          <a:p>
            <a:pPr>
              <a:defRPr sz="1400" b="1">
                <a:solidFill>
                  <a:srgbClr val="06B6D4"/>
                </a:solidFill>
              </a:defRPr>
            </a:pPr>
            <a:r>
              <a:t>Grupo: IA Journey  |  Autor: Arsénio António Monjane  |  monjearse@hotmail.com  |  Outubro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